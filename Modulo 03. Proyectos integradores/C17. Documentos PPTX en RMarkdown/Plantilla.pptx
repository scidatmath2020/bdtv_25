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>
        <p:scale>
          <a:sx n="75" d="100"/>
          <a:sy n="75" d="100"/>
        </p:scale>
        <p:origin x="102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56959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05200" y="4663677"/>
            <a:ext cx="2133600" cy="273844"/>
          </a:xfrm>
        </p:spPr>
        <p:txBody>
          <a:bodyPr/>
          <a:lstStyle>
            <a:lvl1pPr algn="ctr">
              <a:defRPr/>
            </a:lvl1pPr>
          </a:lstStyle>
          <a:p>
            <a:fld id="{241EB5C9-1307-BA42-ABA2-0BC069CD8E7F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D7E6A5-9F97-DE1C-85F8-F96791F516A4}"/>
              </a:ext>
            </a:extLst>
          </p:cNvPr>
          <p:cNvSpPr/>
          <p:nvPr userDrawn="1"/>
        </p:nvSpPr>
        <p:spPr>
          <a:xfrm rot="2153376">
            <a:off x="528403" y="-497492"/>
            <a:ext cx="314793" cy="293057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685800" y="67579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DEC633C-2D13-5400-0222-E54EAF559AC9}"/>
              </a:ext>
            </a:extLst>
          </p:cNvPr>
          <p:cNvSpPr/>
          <p:nvPr userDrawn="1"/>
        </p:nvSpPr>
        <p:spPr>
          <a:xfrm rot="2153376">
            <a:off x="109303" y="-870872"/>
            <a:ext cx="314793" cy="2930577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0E90AC3-B1F3-E979-7A58-5E5937B62A4C}"/>
              </a:ext>
            </a:extLst>
          </p:cNvPr>
          <p:cNvSpPr/>
          <p:nvPr userDrawn="1"/>
        </p:nvSpPr>
        <p:spPr>
          <a:xfrm rot="2153376">
            <a:off x="8643702" y="2899813"/>
            <a:ext cx="314793" cy="293057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D22EA6D-5056-62CB-B192-0987486C9D18}"/>
              </a:ext>
            </a:extLst>
          </p:cNvPr>
          <p:cNvSpPr/>
          <p:nvPr userDrawn="1"/>
        </p:nvSpPr>
        <p:spPr>
          <a:xfrm rot="2153376">
            <a:off x="8224602" y="2526433"/>
            <a:ext cx="314793" cy="2930577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6FB9DC9-981B-E370-03F1-AE667E4809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90800" y="3517225"/>
            <a:ext cx="3585494" cy="94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3372"/>
            <a:ext cx="3840480" cy="6337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5017"/>
            <a:ext cx="8229600" cy="35339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0C0E4CB-EB3D-49B1-436F-EBE8E4C8A4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FC79FB6D-4614-F39C-0C21-EC316D6E6A92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7E351A0-B56E-E7CA-EB33-5B742492FB76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18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AB4DE76-D66E-391C-0312-DD82C67602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75C9BCD-05C5-3374-C0DA-89B7E554E9DC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2DC2199-98B8-0E5B-E44C-2F5483B26267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14450"/>
            <a:ext cx="4038600" cy="3562349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14450"/>
            <a:ext cx="4038600" cy="3562349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9A1CF07-567F-1813-7386-02576AFB35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5355A65-2C16-2E47-8FAE-EF508A92B9D8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927A7EC-CB23-252C-28CC-1774A0964676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63844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43665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63844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43665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4348C09-FE52-E5F9-0FE7-82E4F25F9D23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E6A1E24-51E0-A527-2102-9032F66C3D24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4D73EA9-DC92-CEA8-8115-0ED651FA3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518C959-6B7E-965E-7A55-2D0A9F784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1471D7D-0F63-9FC7-98B7-F985B56C72C6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89D7C7-9215-A832-3DFC-81A0AB39C9B8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7FD7E8B-6104-AE16-E581-D3634E8C16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B9AEACB-19B2-F29C-5BB2-55E9B8EF1DB4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08C8F09-A81D-5C80-B7BE-CFFEB53EE525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BFC406F-E5D0-72BC-86EE-6CE7E71177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3D3D93E-1135-F0D1-D80B-4F91AE8258FB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486FB1-A96E-5471-51F1-566F29792BAD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412DF28-4205-A8C2-4CFD-183B12E814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39F5DF0-31A5-BA49-DF9E-EADD620C68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D8399BED-9AE3-4FED-F556-79E85BBE7D28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A223BD7-B89A-965D-75FC-EDD7A3687855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14BFB19-7C9F-837B-B95B-FC3E2985C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56120" y="434577"/>
            <a:ext cx="1760220" cy="46588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894E04E-D0E4-6452-9F59-2348CCBCBB59}"/>
              </a:ext>
            </a:extLst>
          </p:cNvPr>
          <p:cNvSpPr/>
          <p:nvPr userDrawn="1"/>
        </p:nvSpPr>
        <p:spPr>
          <a:xfrm rot="5400000">
            <a:off x="4501817" y="-4581221"/>
            <a:ext cx="147987" cy="933450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FA2487B-6EC1-2BFE-1B9D-67C3F36C546E}"/>
              </a:ext>
            </a:extLst>
          </p:cNvPr>
          <p:cNvSpPr/>
          <p:nvPr userDrawn="1"/>
        </p:nvSpPr>
        <p:spPr>
          <a:xfrm rot="5400000">
            <a:off x="4502010" y="391951"/>
            <a:ext cx="147600" cy="9334502"/>
          </a:xfrm>
          <a:prstGeom prst="rect">
            <a:avLst/>
          </a:prstGeom>
          <a:solidFill>
            <a:srgbClr val="C0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0524"/>
            <a:ext cx="384048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144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80059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u="none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00599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80059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1800" b="1" kern="1200">
          <a:solidFill>
            <a:schemeClr val="tx1"/>
          </a:solidFill>
          <a:latin typeface="Abadi" panose="020B0604020104020204" pitchFamily="34" charset="0"/>
          <a:ea typeface="+mj-ea"/>
          <a:cs typeface="+mj-cs"/>
        </a:defRPr>
      </a:lvl1pPr>
    </p:titleStyle>
    <p:bodyStyle>
      <a:lvl1pPr marL="0" indent="0" algn="l" defTabSz="342900" rtl="0" eaLnBrk="1" latinLnBrk="0" hangingPunct="1">
        <a:spcBef>
          <a:spcPct val="20000"/>
        </a:spcBef>
        <a:buFont typeface="Arial"/>
        <a:buNone/>
        <a:defRPr sz="14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Wingdings" panose="05000000000000000000" pitchFamily="2" charset="2"/>
        <a:buChar char="q"/>
        <a:defRPr sz="12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Wingdings" panose="05000000000000000000" pitchFamily="2" charset="2"/>
        <a:buChar char="v"/>
        <a:defRPr sz="12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rmarkdown.rstudio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Untitled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2025-10-16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an R Markdown presentation. Markdown is a simple formatting syntax for authoring HTML, PDF, and MS Word documents. For more details on using R Markdown see </a:t>
            </a:r>
            <a:r>
              <a:rPr>
                <a:hlinkClick r:id="rId2"/>
              </a:rPr>
              <a:t>http://rmarkdown.rstudio.com</a:t>
            </a:r>
            <a:r>
              <a:t>.</a:t>
            </a:r>
          </a:p>
          <a:p>
            <a:pPr marL="0" lvl="0" indent="0">
              <a:buNone/>
            </a:pPr>
            <a:r>
              <a:t>When you click the </a:t>
            </a:r>
            <a:r>
              <a:rPr b="1"/>
              <a:t>Knit</a:t>
            </a:r>
            <a:r>
              <a:t> button a document will be generated that includes both content as well as the output of any embedded R code chunks within the document.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with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Bullet 1</a:t>
            </a:r>
          </a:p>
          <a:p>
            <a:pPr lvl="0"/>
            <a:r>
              <a:t>Bullet 2</a:t>
            </a:r>
          </a:p>
          <a:p>
            <a:pPr lvl="0"/>
            <a:r>
              <a:t>Bullet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with R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(cars)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with Plot</a:t>
            </a:r>
          </a:p>
        </p:txBody>
      </p:sp>
      <p:pic>
        <p:nvPicPr>
          <p:cNvPr id="3" name="Picture 1" descr="Archivo_inicial_PPTX_files/figure-pptx/pressure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Presentación en pantalla (16:9)</PresentationFormat>
  <Paragraphs>14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Abadi</vt:lpstr>
      <vt:lpstr>Arial</vt:lpstr>
      <vt:lpstr>Courier</vt:lpstr>
      <vt:lpstr>Courier New</vt:lpstr>
      <vt:lpstr>Wingdings</vt:lpstr>
      <vt:lpstr>Office Theme</vt:lpstr>
      <vt:lpstr>Untitled</vt:lpstr>
      <vt:lpstr>R Markdown</vt:lpstr>
      <vt:lpstr>Slide with Bullets</vt:lpstr>
      <vt:lpstr>Slide with R Output</vt:lpstr>
      <vt:lpstr>Slide with Plot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/>
  <cp:keywords/>
  <cp:lastModifiedBy>MORALES ALBERTO ALEXIS ADONAI</cp:lastModifiedBy>
  <cp:revision>1</cp:revision>
  <dcterms:created xsi:type="dcterms:W3CDTF">2025-10-16T02:08:36Z</dcterms:created>
  <dcterms:modified xsi:type="dcterms:W3CDTF">2025-10-16T02:26:46Z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2025-10-16</vt:lpwstr>
  </property>
  <property fmtid="{D5CDD505-2E9C-101B-9397-08002B2CF9AE}" pid="3" name="output">
    <vt:lpwstr>powerpoint_presentation</vt:lpwstr>
  </property>
</Properties>
</file>