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72696"/>
            <a:ext cx="6400800" cy="4750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05200" y="4526755"/>
            <a:ext cx="2133600" cy="273844"/>
          </a:xfrm>
        </p:spPr>
        <p:txBody>
          <a:bodyPr/>
          <a:lstStyle>
            <a:lvl1pPr algn="ctr">
              <a:defRPr sz="1100"/>
            </a:lvl1pPr>
          </a:lstStyle>
          <a:p>
            <a:fld id="{241EB5C9-1307-BA42-ABA2-0BC069CD8E7F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D7E6A5-9F97-DE1C-85F8-F96791F516A4}"/>
              </a:ext>
            </a:extLst>
          </p:cNvPr>
          <p:cNvSpPr/>
          <p:nvPr userDrawn="1"/>
        </p:nvSpPr>
        <p:spPr>
          <a:xfrm rot="2153376">
            <a:off x="528403" y="-497492"/>
            <a:ext cx="314793" cy="29305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85800" y="675799"/>
            <a:ext cx="7772400" cy="183990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DEC633C-2D13-5400-0222-E54EAF559AC9}"/>
              </a:ext>
            </a:extLst>
          </p:cNvPr>
          <p:cNvSpPr/>
          <p:nvPr userDrawn="1"/>
        </p:nvSpPr>
        <p:spPr>
          <a:xfrm rot="2153376">
            <a:off x="109303" y="-870872"/>
            <a:ext cx="314793" cy="2930577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E90AC3-B1F3-E979-7A58-5E5937B62A4C}"/>
              </a:ext>
            </a:extLst>
          </p:cNvPr>
          <p:cNvSpPr/>
          <p:nvPr userDrawn="1"/>
        </p:nvSpPr>
        <p:spPr>
          <a:xfrm rot="2153376">
            <a:off x="8643702" y="2899813"/>
            <a:ext cx="314793" cy="29305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22EA6D-5056-62CB-B192-0987486C9D18}"/>
              </a:ext>
            </a:extLst>
          </p:cNvPr>
          <p:cNvSpPr/>
          <p:nvPr userDrawn="1"/>
        </p:nvSpPr>
        <p:spPr>
          <a:xfrm rot="2153376">
            <a:off x="8224602" y="2526433"/>
            <a:ext cx="314793" cy="2930577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6FB9DC9-981B-E370-03F1-AE667E480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4812" y="2937959"/>
            <a:ext cx="3585494" cy="94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372"/>
            <a:ext cx="3840480" cy="6337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5017"/>
            <a:ext cx="8229600" cy="35339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0C0E4CB-EB3D-49B1-436F-EBE8E4C8A4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C79FB6D-4614-F39C-0C21-EC316D6E6A92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E351A0-B56E-E7CA-EB33-5B742492FB76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18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B4DE76-D66E-391C-0312-DD82C6760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75C9BCD-05C5-3374-C0DA-89B7E554E9DC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DC2199-98B8-0E5B-E44C-2F5483B26267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14450"/>
            <a:ext cx="4038600" cy="356234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14450"/>
            <a:ext cx="4038600" cy="356234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A1CF07-567F-1813-7386-02576AFB3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5355A65-2C16-2E47-8FAE-EF508A92B9D8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927A7EC-CB23-252C-28CC-1774A0964676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3844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43665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63844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43665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4348C09-FE52-E5F9-0FE7-82E4F25F9D23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6A1E24-51E0-A527-2102-9032F66C3D24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D73EA9-DC92-CEA8-8115-0ED651FA3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18C959-6B7E-965E-7A55-2D0A9F784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1471D7D-0F63-9FC7-98B7-F985B56C72C6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89D7C7-9215-A832-3DFC-81A0AB39C9B8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FD7E8B-6104-AE16-E581-D3634E8C16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B9AEACB-19B2-F29C-5BB2-55E9B8EF1DB4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08C8F09-A81D-5C80-B7BE-CFFEB53EE525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2" y="373017"/>
            <a:ext cx="2583180" cy="527448"/>
          </a:xfrm>
        </p:spPr>
        <p:txBody>
          <a:bodyPr anchor="b">
            <a:no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5620" y="266700"/>
            <a:ext cx="6012180" cy="46482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1" y="1115364"/>
            <a:ext cx="2583180" cy="3518297"/>
          </a:xfrm>
        </p:spPr>
        <p:txBody>
          <a:bodyPr>
            <a:normAutofit/>
          </a:bodyPr>
          <a:lstStyle>
            <a:lvl1pPr marL="0" indent="0" algn="just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3D3D93E-1135-F0D1-D80B-4F91AE8258FB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486FB1-A96E-5471-51F1-566F29792BAD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412DF28-4205-A8C2-4CFD-183B12E814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9F5DF0-31A5-BA49-DF9E-EADD620C6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8399BED-9AE3-4FED-F556-79E85BBE7D28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223BD7-B89A-965D-75FC-EDD7A3687855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4BFB19-7C9F-837B-B95B-FC3E2985C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894E04E-D0E4-6452-9F59-2348CCBCBB59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A2487B-6EC1-2BFE-1B9D-67C3F36C546E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0524"/>
            <a:ext cx="384048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44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0059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u="none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00599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80059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1800" b="1" kern="1200">
          <a:solidFill>
            <a:schemeClr val="tx1"/>
          </a:solidFill>
          <a:latin typeface="Abadi" panose="020B0604020104020204" pitchFamily="34" charset="0"/>
          <a:ea typeface="+mj-ea"/>
          <a:cs typeface="+mj-cs"/>
        </a:defRPr>
      </a:lvl1pPr>
    </p:titleStyle>
    <p:bodyStyle>
      <a:lvl1pPr marL="0" indent="0" algn="l" defTabSz="3429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anose="05000000000000000000" pitchFamily="2" charset="2"/>
        <a:buChar char="q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Wingdings" panose="05000000000000000000" pitchFamily="2" charset="2"/>
        <a:buChar char="v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85800" y="675799"/>
            <a:ext cx="7772400" cy="1839903"/>
          </a:xfrm>
        </p:spPr>
        <p:txBody>
          <a:bodyPr/>
          <a:lstStyle/>
          <a:p>
            <a:pPr marL="0" lvl="0" indent="0">
              <a:buNone/>
            </a:pPr>
            <a:r>
              <a:t>DataViz de SciData para el curso</a:t>
            </a:r>
            <a:br/>
            <a:r>
              <a:t>      Técnicas de graficación y bases de datos</a:t>
            </a:r>
            <a:br/>
            <a:r>
              <a:t>   </a:t>
            </a:r>
            <a:br/>
            <a:r>
              <a:t>  Edición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72696"/>
            <a:ext cx="6400800" cy="475075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05200" y="4526755"/>
            <a:ext cx="2133600" cy="273844"/>
          </a:xfrm>
        </p:spPr>
        <p:txBody>
          <a:bodyPr/>
          <a:lstStyle/>
          <a:p>
            <a:pPr marL="0" lvl="0" indent="0">
              <a:buNone/>
            </a:pPr>
            <a:r>
              <a:t>octubre,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372"/>
            <a:ext cx="3840480" cy="633764"/>
          </a:xfrm>
        </p:spPr>
        <p:txBody>
          <a:bodyPr/>
          <a:lstStyle/>
          <a:p>
            <a:pPr marL="0" lvl="0" indent="0">
              <a:buNone/>
            </a:pPr>
            <a:r>
              <a:t>Gráfico de barras</a:t>
            </a:r>
          </a:p>
        </p:txBody>
      </p:sp>
      <p:pic>
        <p:nvPicPr>
          <p:cNvPr id="3" name="Picture 1" descr="DataViz_SciData2025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68400"/>
            <a:ext cx="7569200" cy="353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372"/>
            <a:ext cx="3840480" cy="633764"/>
          </a:xfrm>
        </p:spPr>
        <p:txBody>
          <a:bodyPr/>
          <a:lstStyle/>
          <a:p>
            <a:pPr marL="0" lvl="0" indent="0">
              <a:buNone/>
            </a:pPr>
            <a:r>
              <a:t>Gráfico de series de tiempo</a:t>
            </a:r>
          </a:p>
        </p:txBody>
      </p:sp>
      <p:pic>
        <p:nvPicPr>
          <p:cNvPr id="3" name="Picture 1" descr="DataViz_SciData2025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68400"/>
            <a:ext cx="7569200" cy="353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372"/>
            <a:ext cx="3840480" cy="633764"/>
          </a:xfrm>
        </p:spPr>
        <p:txBody>
          <a:bodyPr/>
          <a:lstStyle/>
          <a:p>
            <a:pPr marL="0" lvl="0" indent="0">
              <a:buNone/>
            </a:pPr>
            <a:r>
              <a:t>Gráfico de dispersión</a:t>
            </a:r>
          </a:p>
        </p:txBody>
      </p:sp>
      <p:pic>
        <p:nvPicPr>
          <p:cNvPr id="3" name="Picture 1" descr="DataViz_SciData2025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68400"/>
            <a:ext cx="7569200" cy="353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372"/>
            <a:ext cx="3840480" cy="633764"/>
          </a:xfrm>
        </p:spPr>
        <p:txBody>
          <a:bodyPr/>
          <a:lstStyle/>
          <a:p>
            <a:pPr marL="0" lvl="0" indent="0">
              <a:buNone/>
            </a:pPr>
            <a:r>
              <a:t>Gráfico de barras apiladas</a:t>
            </a:r>
          </a:p>
        </p:txBody>
      </p:sp>
      <p:pic>
        <p:nvPicPr>
          <p:cNvPr id="3" name="Picture 1" descr="DataViz_SciData2025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57300" y="1168400"/>
            <a:ext cx="6616700" cy="353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2" y="373017"/>
            <a:ext cx="2583180" cy="527448"/>
          </a:xfrm>
        </p:spPr>
        <p:txBody>
          <a:bodyPr/>
          <a:lstStyle/>
          <a:p>
            <a:pPr marL="0" lvl="0" indent="0">
              <a:buNone/>
            </a:pPr>
            <a:r>
              <a:t>Gráfico de barras apiladas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En este gráfico se muestra la distribución porcentual de los ingresos en los sistemas penitenciarios estatales de México. Resaltando la división de la barra según el sexo y ordenando de mayor a menor ingreso (en la parte superior se muestra la cifra absoluta).</a:t>
            </a:r>
          </a:p>
        </p:txBody>
      </p:sp>
      <p:pic>
        <p:nvPicPr>
          <p:cNvPr id="3" name="Picture 1" descr="DataViz_SciData2025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0" y="660400"/>
            <a:ext cx="6007100" cy="386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Presentación en pantalla (16:9)</PresentationFormat>
  <Paragraphs>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Abadi</vt:lpstr>
      <vt:lpstr>Arial</vt:lpstr>
      <vt:lpstr>Courier New</vt:lpstr>
      <vt:lpstr>Wingdings</vt:lpstr>
      <vt:lpstr>Office Theme</vt:lpstr>
      <vt:lpstr>DataViz de SciData para el curso       Técnicas de graficación y bases de datos       Edición 2025</vt:lpstr>
      <vt:lpstr>Gráfico de barras</vt:lpstr>
      <vt:lpstr>Gráfico de series de tiempo</vt:lpstr>
      <vt:lpstr>Gráfico de dispersión</vt:lpstr>
      <vt:lpstr>Gráfico de barras apiladas</vt:lpstr>
      <vt:lpstr>Gráfico de barras apiladas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155</Words>
  <Application>Microsoft Office PowerPoint</Application>
  <PresentationFormat>Presentación en pantalla (16:9)</PresentationFormat>
  <Paragraphs>14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Abadi</vt:lpstr>
      <vt:lpstr>Arial</vt:lpstr>
      <vt:lpstr>Courier</vt:lpstr>
      <vt:lpstr>Courier New</vt:lpstr>
      <vt:lpstr>Wingdings</vt:lpstr>
      <vt:lpstr>Office Theme</vt:lpstr>
      <vt:lpstr>Untitled</vt:lpstr>
      <vt:lpstr>R Markdown</vt:lpstr>
      <vt:lpstr>Slide with Bullets</vt:lpstr>
      <vt:lpstr>Slide with R Output</vt:lpstr>
      <vt:lpstr>Slide with Plot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DataViz de SciData para el curso       Técnicas de graficación y bases de datos       Edición 2025</dc:title>
  <dc:creator/>
  <cp:keywords/>
  <cp:lastModifiedBy>MORALES ALBERTO ALEXIS ADONAI</cp:lastModifiedBy>
  <cp:revision>1</cp:revision>
  <dcterms:created xsi:type="dcterms:W3CDTF">2025-10-16T03:09:52Z</dcterms:created>
  <dcterms:modified xsi:type="dcterms:W3CDTF">2025-10-16T03:11:57Z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octubre, 2025</vt:lpwstr>
  </property>
  <property fmtid="{D5CDD505-2E9C-101B-9397-08002B2CF9AE}" pid="3" name="output">
    <vt:lpwstr/>
  </property>
</Properties>
</file>